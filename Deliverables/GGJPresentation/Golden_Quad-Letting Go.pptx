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b550faacb446a9" /><Relationship Type="http://schemas.openxmlformats.org/officeDocument/2006/relationships/extended-properties" Target="/docProps/app.xml" Id="Rf68cd5a7c9874b2b" /><Relationship Type="http://schemas.openxmlformats.org/officeDocument/2006/relationships/officeDocument" Target="/ppt/presentation.xml" Id="Re7f183cec0d54bd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1ea029f112f4376"/>
  </p:sldMasterIdLst>
  <p:notesMasterIdLst>
    <p:notesMasterId xmlns:r="http://schemas.openxmlformats.org/officeDocument/2006/relationships" r:id="R5c37cac1cc764017"/>
  </p:notesMasterIdLst>
  <p:sldIdLst>
    <p:sldId xmlns:r="http://schemas.openxmlformats.org/officeDocument/2006/relationships" id="256" r:id="R0a7ad6f3b0fb490d"/>
    <p:sldId xmlns:r="http://schemas.openxmlformats.org/officeDocument/2006/relationships" id="257" r:id="R1f9bc51e811b409d"/>
    <p:sldId xmlns:r="http://schemas.openxmlformats.org/officeDocument/2006/relationships" id="258" r:id="R895091a8cd2b4ffc"/>
    <p:sldId xmlns:r="http://schemas.openxmlformats.org/officeDocument/2006/relationships" id="259" r:id="R2a1298c365f04fcd"/>
    <p:sldId xmlns:r="http://schemas.openxmlformats.org/officeDocument/2006/relationships" id="260" r:id="R3a69f97be7cb454e"/>
    <p:sldId xmlns:r="http://schemas.openxmlformats.org/officeDocument/2006/relationships" id="261" r:id="R8d29f2a81210438c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4c01cbb0033545bb"/>
      <p:bold xmlns:r="http://schemas.openxmlformats.org/officeDocument/2006/relationships" r:id="R8fafe0d358c94958"/>
      <p:italic xmlns:r="http://schemas.openxmlformats.org/officeDocument/2006/relationships" r:id="R1fb3c54345474848"/>
      <p:boldItalic xmlns:r="http://schemas.openxmlformats.org/officeDocument/2006/relationships" r:id="Rff255562392a47c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6339aebc94c11" /><Relationship Type="http://schemas.openxmlformats.org/officeDocument/2006/relationships/slideMaster" Target="/ppt/slideMasters/slideMaster1.xml" Id="R11ea029f112f4376" /><Relationship Type="http://schemas.openxmlformats.org/officeDocument/2006/relationships/notesMaster" Target="/ppt/notesMasters/notesMaster1.xml" Id="R5c37cac1cc764017" /><Relationship Type="http://schemas.openxmlformats.org/officeDocument/2006/relationships/presProps" Target="/ppt/presProps.xml" Id="R518a691010554722" /><Relationship Type="http://schemas.openxmlformats.org/officeDocument/2006/relationships/viewProps" Target="/ppt/viewProps.xml" Id="R6a9faa4c100a4b19" /><Relationship Type="http://schemas.openxmlformats.org/officeDocument/2006/relationships/tableStyles" Target="/ppt/tableStyles.xml" Id="Ra2ff3866e1c34f75" /><Relationship Type="http://schemas.openxmlformats.org/officeDocument/2006/relationships/font" Target="/ppt/fonts/font.dat" Id="R4c01cbb0033545bb" /><Relationship Type="http://schemas.openxmlformats.org/officeDocument/2006/relationships/font" Target="/ppt/fonts/font2.dat" Id="R8fafe0d358c94958" /><Relationship Type="http://schemas.openxmlformats.org/officeDocument/2006/relationships/font" Target="/ppt/fonts/font3.dat" Id="R1fb3c54345474848" /><Relationship Type="http://schemas.openxmlformats.org/officeDocument/2006/relationships/font" Target="/ppt/fonts/font4.dat" Id="Rff255562392a47cd" /><Relationship Type="http://schemas.openxmlformats.org/officeDocument/2006/relationships/slide" Target="/ppt/slides/slide1.xml" Id="R0a7ad6f3b0fb490d" /><Relationship Type="http://schemas.openxmlformats.org/officeDocument/2006/relationships/slide" Target="/ppt/slides/slide2.xml" Id="R1f9bc51e811b409d" /><Relationship Type="http://schemas.openxmlformats.org/officeDocument/2006/relationships/slide" Target="/ppt/slides/slide3.xml" Id="R895091a8cd2b4ffc" /><Relationship Type="http://schemas.openxmlformats.org/officeDocument/2006/relationships/slide" Target="/ppt/slides/slide4.xml" Id="R2a1298c365f04fcd" /><Relationship Type="http://schemas.openxmlformats.org/officeDocument/2006/relationships/slide" Target="/ppt/slides/slide5.xml" Id="R3a69f97be7cb454e" /><Relationship Type="http://schemas.openxmlformats.org/officeDocument/2006/relationships/slide" Target="/ppt/slides/slide6.xml" Id="R8d29f2a81210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43f5e26b8a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9aa20036754bdb" /><Relationship Type="http://schemas.openxmlformats.org/officeDocument/2006/relationships/notesMaster" Target="/ppt/notesMasters/notesMaster1.xml" Id="R70271cf9928f4a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7986e1325d496f" /><Relationship Type="http://schemas.openxmlformats.org/officeDocument/2006/relationships/notesMaster" Target="/ppt/notesMasters/notesMaster1.xml" Id="R32fd7de1cb8248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b596c2b2e64a8c" /><Relationship Type="http://schemas.openxmlformats.org/officeDocument/2006/relationships/notesMaster" Target="/ppt/notesMasters/notesMaster1.xml" Id="R2192ae352f1d44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28be96ddab4f0b" /><Relationship Type="http://schemas.openxmlformats.org/officeDocument/2006/relationships/notesMaster" Target="/ppt/notesMasters/notesMaster1.xml" Id="R6b9a34eeb688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c96f3f2c804c58" /><Relationship Type="http://schemas.openxmlformats.org/officeDocument/2006/relationships/notesMaster" Target="/ppt/notesMasters/notesMaster1.xml" Id="R16f1646077e946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3184922da34788" /><Relationship Type="http://schemas.openxmlformats.org/officeDocument/2006/relationships/notesMaster" Target="/ppt/notesMasters/notesMaster1.xml" Id="Raadb154756f0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大家好，我们是 Golden_Quad，带来的游戏叫 Letting Go。团队由 Jiang、Vivan、Sirenay 和 Glacies 四位成员组成。对于 grow，我们选择了一个很具体的动作：松开一只曾经不愿放开的手。玩家会经历童年、少年到成年的几个时刻，亲手完成从依赖，到独立，再到学会放手的变化。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这是一款二维横向叙事互动游戏。A、D 移动，空格跳跃，E 用来牵手或支撑，F 与物件互动。玩家需要观察场景、尝试操作，并决定什么时候松手。比如在幼儿园，你可以先牵着父母得到支持，再自己走进去。玩具可以取回来，也可以留给另一个孩子。我们希望这些动作本身带出不舍和勇气，而不是只用一段文字告诉你，角色长大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这是我们的 GGJ 作品页面和 GitHub 仓库，大家可以通过链接查看作品和源代码。视频链接暂时留空。接下来，我想用两个例子说明，玩家的行为怎样成为游戏的一部分。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个例子是学习。幼儿园里，你怎样把玩具推过去、怎样停下来，会成为另一个孩子模仿的示范。研究室把这个想法继续推进：小人会学习你示范中的跳跃、停顿，以及对支撑物的依赖。如果环境变了，原来的习惯可能就不再适用。你需要观察它为什么受阻，重新布置、重新示范，然后让它自己尝试。成长在这里是一次可以看见的学习过程；帮助也不只是替别人把事情做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第二个例子是放手。同一个 E 键，最初是牵住父母，后来是托住一段纸桥，最后则需要判断，什么时候可以撤去自己的支持。你可以召回尝试中的小人，保留布局，重新调整。舞台上，父母留在幕后，迈向观众的那一步由玩家自己完成。我们想表达的是：独立会带来失落，但被给予过的支持，并不会因为分开就消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旅程最后，玩家再次面对小时候的自己。走过最后的告别，三十秒的回忆短片把沿途的片段串起来，最后停在这张迎向光的画面。我们希望玩家离开时记住的，是自己曾经犹豫、回头，然后终于迈出去的那一步。这就是 Letting Go。谢谢大家。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df6eb05534e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3f93f6f7640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28bca39bf4f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16cd294494b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1f84d12a14d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6fe11e0f74d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0e2a2b8c94d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46100c7ce474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2baf1162d84c01" /><Relationship Type="http://schemas.openxmlformats.org/officeDocument/2006/relationships/slideLayout" Target="/ppt/slideLayouts/slideLayout1.xml" Id="R9c223e05e6c74c72" /><Relationship Type="http://schemas.openxmlformats.org/officeDocument/2006/relationships/slideLayout" Target="/ppt/slideLayouts/slideLayout2.xml" Id="R9633eb407d4244d7" /><Relationship Type="http://schemas.openxmlformats.org/officeDocument/2006/relationships/slideLayout" Target="/ppt/slideLayouts/slideLayout3.xml" Id="Rb11e0386f81545c5" /><Relationship Type="http://schemas.openxmlformats.org/officeDocument/2006/relationships/slideLayout" Target="/ppt/slideLayouts/slideLayout4.xml" Id="Ra7f83f57eb014694" /><Relationship Type="http://schemas.openxmlformats.org/officeDocument/2006/relationships/slideLayout" Target="/ppt/slideLayouts/slideLayout5.xml" Id="R610947a5b2fa4700" /><Relationship Type="http://schemas.openxmlformats.org/officeDocument/2006/relationships/slideLayout" Target="/ppt/slideLayouts/slideLayout6.xml" Id="R5560a9994f4d4d78" /><Relationship Type="http://schemas.openxmlformats.org/officeDocument/2006/relationships/slideLayout" Target="/ppt/slideLayouts/slideLayout7.xml" Id="Rb004c500838e4c32" /><Relationship Type="http://schemas.openxmlformats.org/officeDocument/2006/relationships/slideLayout" Target="/ppt/slideLayouts/slideLayout8.xml" Id="Red277a50078f43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223e05e6c74c72"/>
    <p:sldLayoutId xmlns:r="http://schemas.openxmlformats.org/officeDocument/2006/relationships" id="2147483650" r:id="R9633eb407d4244d7"/>
    <p:sldLayoutId xmlns:r="http://schemas.openxmlformats.org/officeDocument/2006/relationships" id="2147483651" r:id="Rb11e0386f81545c5"/>
    <p:sldLayoutId xmlns:r="http://schemas.openxmlformats.org/officeDocument/2006/relationships" id="2147483652" r:id="Ra7f83f57eb014694"/>
    <p:sldLayoutId xmlns:r="http://schemas.openxmlformats.org/officeDocument/2006/relationships" id="2147483653" r:id="R610947a5b2fa4700"/>
    <p:sldLayoutId xmlns:r="http://schemas.openxmlformats.org/officeDocument/2006/relationships" id="2147483654" r:id="R5560a9994f4d4d78"/>
    <p:sldLayoutId xmlns:r="http://schemas.openxmlformats.org/officeDocument/2006/relationships" id="2147483655" r:id="Rb004c500838e4c32"/>
    <p:sldLayoutId xmlns:r="http://schemas.openxmlformats.org/officeDocument/2006/relationships" id="2147483656" r:id="Red277a50078f438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ff7dc96754fb1" /><Relationship Type="http://schemas.openxmlformats.org/officeDocument/2006/relationships/image" Target="/ppt/media/image.png" Id="Ra8eba75ae80344cb" /><Relationship Type="http://schemas.openxmlformats.org/officeDocument/2006/relationships/notesSlide" Target="/ppt/notesSlides/notesSlide1.xml" Id="R36990722913e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ca9bd3b704a2b" /><Relationship Type="http://schemas.openxmlformats.org/officeDocument/2006/relationships/image" Target="/ppt/media/image2.png" Id="R118e9011e887447d" /><Relationship Type="http://schemas.openxmlformats.org/officeDocument/2006/relationships/notesSlide" Target="/ppt/notesSlides/notesSlide2.xml" Id="Rb91bf26b4d12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c8a49473c4d2c" /><Relationship Type="http://schemas.openxmlformats.org/officeDocument/2006/relationships/hyperlink" Target="https://globalgamejam.org/games/2026/letting-go-5" TargetMode="External" Id="R42407da73e9a45ee" /><Relationship Type="http://schemas.openxmlformats.org/officeDocument/2006/relationships/hyperlink" Target="https://github.com/JXia0/Golden-Quad" TargetMode="External" Id="Rf8e85b046cd94dc8" /><Relationship Type="http://schemas.openxmlformats.org/officeDocument/2006/relationships/image" Target="/ppt/media/image3.png" Id="R6400f6ccafa64a62" /><Relationship Type="http://schemas.openxmlformats.org/officeDocument/2006/relationships/notesSlide" Target="/ppt/notesSlides/notesSlide3.xml" Id="Rc8ec1324daba4d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c995b940c47ed" /><Relationship Type="http://schemas.openxmlformats.org/officeDocument/2006/relationships/image" Target="/ppt/media/image4.png" Id="Rf214497384dd48d1" /><Relationship Type="http://schemas.openxmlformats.org/officeDocument/2006/relationships/image" Target="/ppt/media/image5.png" Id="Rd0e99afb3ad747ae" /><Relationship Type="http://schemas.openxmlformats.org/officeDocument/2006/relationships/notesSlide" Target="/ppt/notesSlides/notesSlide4.xml" Id="R212b361aacc847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db77d73514181" /><Relationship Type="http://schemas.openxmlformats.org/officeDocument/2006/relationships/image" Target="/ppt/media/image6.png" Id="R272db5da9b754f92" /><Relationship Type="http://schemas.openxmlformats.org/officeDocument/2006/relationships/image" Target="/ppt/media/image7.png" Id="R4960ce8a86cc4bd1" /><Relationship Type="http://schemas.openxmlformats.org/officeDocument/2006/relationships/notesSlide" Target="/ppt/notesSlides/notesSlide5.xml" Id="Rfb11689a08c3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7e075960b479a" /><Relationship Type="http://schemas.openxmlformats.org/officeDocument/2006/relationships/image" Target="/ppt/media/image8.png" Id="R09203db684024f30" /><Relationship Type="http://schemas.openxmlformats.org/officeDocument/2006/relationships/notesSlide" Target="/ppt/notesSlides/notesSlide6.xml" Id="Rb67e84980a3c4f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9100" y="1752600"/>
            <a:ext cx="6953250" cy="1143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63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Letting Go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38150" y="4219575"/>
            <a:ext cx="6667500" cy="2000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Jiang　程序、策划</a:t>
            </a:r>
          </a:p>
          <a:p xmlns:a="http://schemas.openxmlformats.org/drawingml/2006/main">
            <a:pPr>
              <a:def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Vivan　美术</a:t>
            </a:r>
          </a:p>
          <a:p xmlns:a="http://schemas.openxmlformats.org/drawingml/2006/main">
            <a:pPr>
              <a:def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Sirenay　美术、音效</a:t>
            </a:r>
          </a:p>
          <a:p xmlns:a="http://schemas.openxmlformats.org/drawingml/2006/main">
            <a:pPr>
              <a:def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Glacies　美术、音效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22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2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Golden_Quad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C8C22-3A3F-4522-97DE-314D3CFF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成长与告别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ba75ae80344cb"/>
          <a:srcRect xmlns:a="http://schemas.openxmlformats.org/drawingml/2006/main" l="60300" t="11900" r="8700" b="36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990600"/>
            <a:ext cx="4238625" cy="441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AB873-A533-4155-AA62-07732B0D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8102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B8B8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B8B8B8"/>
                </a:solidFill>
                <a:latin typeface="OpenAI Sans"/>
                <a:ea typeface="OpenAI Sans"/>
                <a:cs typeface="OpenAI Sans"/>
              </a:rPr>
              <a:t>GGJ 2026  ·  grow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400050"/>
            <a:ext cx="5715000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牵住与松手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4102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D4C8F04-8351-4191-B73F-3F01D23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defRPr>
            </a:pPr>
            <a:r>
              <a: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rPr>
              <a:t>02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FE96E71-3601-4E49-9297-A77EFCAE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5305425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款关于成长与告别的二维叙事互动游戏。玩家穿过幼儿园、舞台与研究室，牵手获得支持，松手独自尝试；把玩具留给同伴、示范动作、调整纸桥。通过观察与重试，看见自己的做法如何影响别人，最终学会带着不舍继续向前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BCEBE14-0105-46BB-97EE-2283B73B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/ D 移动　Space 跳跃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牵手／支撑　F 互动</a:t>
            </a:r>
          </a:p>
        </p:txBody>
      </p:sp>
      <p:pic>
        <p:nvPicPr>
          <p:cNvPr id="5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e9011e887447d"/>
          <a:stretch xmlns:a="http://schemas.openxmlformats.org/drawingml/2006/main"/>
        </p:blipFill>
        <p:spPr>
          <a:xfrm xmlns:a="http://schemas.openxmlformats.org/drawingml/2006/main">
            <a:off x="6096000" y="1843429"/>
            <a:ext cx="5715000" cy="2790141"/>
          </a:xfrm>
          <a:prstGeom xmlns:a="http://schemas.openxmlformats.org/drawingml/2006/main" prst="rect">
            <a:avLst/>
          </a:prstGeom>
        </p:spPr>
      </p:pic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4357B9A-C3D5-4B20-B503-CD99715E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B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8B8B8"/>
                </a:solidFill>
                <a:latin typeface="Microsoft YaHei"/>
                <a:ea typeface="Microsoft YaHei"/>
                <a:cs typeface="Microsoft YaHei"/>
              </a:rPr>
              <a:t>实机画面 · 第一次独自走进幼儿园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400050"/>
            <a:ext cx="5715000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项目资料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4102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1C7AA8F-7F2C-4DD0-9FF8-B7452573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defRPr>
            </a:pPr>
            <a:r>
              <a: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rPr>
              <a:t>03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F0A9A36-408E-419E-BC19-8EEB9082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GGJ 作品页面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AA33CEB-3DF6-4656-AF40-0FAF22AB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650">
                <a:solidFill>
                  <a:srgbClr val="FFFFFF"/>
                </a:solidFill>
                <a:latin typeface="OpenAI Sans"/>
                <a:ea typeface="OpenAI Sans"/>
                <a:cs typeface="OpenAI Sans"/>
                <a:hlinkClick xmlns:r="http://schemas.openxmlformats.org/officeDocument/2006/relationships" r:id="R42407da73e9a45ee"/>
              </a:rPr>
              <a:t>https://globalgamejam.org/games/2026/letting-go-5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A1D17D7-3CBD-46EB-BA63-97B8125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源代码仓库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9031E24-A524-4F2C-9C91-59D0A6F9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650">
                <a:solidFill>
                  <a:srgbClr val="FFFFFF"/>
                </a:solidFill>
                <a:latin typeface="OpenAI Sans"/>
                <a:ea typeface="OpenAI Sans"/>
                <a:cs typeface="OpenAI Sans"/>
                <a:hlinkClick xmlns:r="http://schemas.openxmlformats.org/officeDocument/2006/relationships" r:id="Rf8e85b046cd94dc8"/>
              </a:rPr>
              <a:t>https://github.com/JXia0/Golden-Quad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94443A6-4EA2-4704-B9C8-DBE538BC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视频链接：</a:t>
            </a:r>
          </a:p>
        </p:txBody>
      </p:sp>
      <p:pic>
        <p:nvPicPr>
          <p:cNvPr id="5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0f6ccafa64a62"/>
          <a:stretch xmlns:a="http://schemas.openxmlformats.org/drawingml/2006/main"/>
        </p:blipFill>
        <p:spPr>
          <a:xfrm xmlns:a="http://schemas.openxmlformats.org/drawingml/2006/main">
            <a:off x="6191250" y="2003543"/>
            <a:ext cx="5619750" cy="2812814"/>
          </a:xfrm>
          <a:prstGeom xmlns:a="http://schemas.openxmlformats.org/drawingml/2006/main" prst="rect">
            <a:avLst/>
          </a:prstGeom>
        </p:spPr>
      </p:pic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EF6B2B1-C11C-44AB-9749-7D11234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244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B8B8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B8B8B8"/>
                </a:solidFill>
                <a:latin typeface="OpenAI Sans"/>
                <a:ea typeface="OpenAI Sans"/>
                <a:cs typeface="OpenAI Sans"/>
              </a:rPr>
              <a:t>Letting Go  ·  Golden_Quad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400050"/>
            <a:ext cx="5715000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你的做法，会留下来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4102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939DE96-76F7-439B-B7A8-880F4E51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defRPr>
            </a:pPr>
            <a:r>
              <a: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rPr>
              <a:t>04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300E66E-B9DF-4F6D-B74E-BE478AB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57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 → 模仿 → 观察 → 重教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8637FFF-D833-4062-8A84-D2208057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8925"/>
            <a:ext cx="5657850" cy="330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幼儿园</a:t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推玩具的力度与停顿，</a:t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成为另一个孩子的示范。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研究室</a:t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小人学习你的跳跃与停顿；</a:t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条件变化后，重新教它独立完成。</a:t>
            </a:r>
          </a:p>
        </p:txBody>
      </p:sp>
      <p:pic>
        <p:nvPicPr>
          <p:cNvPr id="5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497384dd48d1"/>
          <a:stretch xmlns:a="http://schemas.openxmlformats.org/drawingml/2006/main"/>
        </p:blipFill>
        <p:spPr>
          <a:xfrm xmlns:a="http://schemas.openxmlformats.org/drawingml/2006/main">
            <a:off x="6311758" y="571500"/>
            <a:ext cx="5454935" cy="2743200"/>
          </a:xfrm>
          <a:prstGeom xmlns:a="http://schemas.openxmlformats.org/drawingml/2006/main" prst="rect">
            <a:avLst/>
          </a:prstGeom>
        </p:spPr>
      </p:pic>
      <p:pic>
        <p:nvPicPr>
          <p:cNvPr id="5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99afb3ad747ae"/>
          <a:stretch xmlns:a="http://schemas.openxmlformats.org/drawingml/2006/main"/>
        </p:blipFill>
        <p:spPr>
          <a:xfrm xmlns:a="http://schemas.openxmlformats.org/drawingml/2006/main">
            <a:off x="6600825" y="3600450"/>
            <a:ext cx="4876800" cy="2743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400050"/>
            <a:ext cx="5715000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Grow，是学会放手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4102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E5C01F1-4E02-406B-8C54-C1275BA0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defRPr>
            </a:pPr>
            <a:r>
              <a: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rPr>
              <a:t>05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F1098DF-F8EE-4FE5-80A0-3206A323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从被牵着走，到自己迈出一步。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C91E588-61B6-423C-BE7E-C3317DC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552450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父母留在幕后，</a:t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走向观众的那一步由你完成。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托住纸桥，也要学会撤去支撑。</a:t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失败后召回、调整，再试一次。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同一个动作，</a:t>
            </a:r>
          </a:p>
          <a:p xmlns:a="http://schemas.openxmlformats.org/drawingml/2006/main">
            <a:pPr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从寻求支持，变成给予支持。</a:t>
            </a:r>
          </a:p>
        </p:txBody>
      </p:sp>
      <p:pic>
        <p:nvPicPr>
          <p:cNvPr id="5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db5da9b754f92"/>
          <a:stretch xmlns:a="http://schemas.openxmlformats.org/drawingml/2006/main"/>
        </p:blipFill>
        <p:spPr>
          <a:xfrm xmlns:a="http://schemas.openxmlformats.org/drawingml/2006/main">
            <a:off x="6593035" y="571500"/>
            <a:ext cx="4892380" cy="2743200"/>
          </a:xfrm>
          <a:prstGeom xmlns:a="http://schemas.openxmlformats.org/drawingml/2006/main" prst="rect">
            <a:avLst/>
          </a:prstGeom>
        </p:spPr>
      </p:pic>
      <p:pic>
        <p:nvPicPr>
          <p:cNvPr id="5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0ce8a86cc4bd1"/>
          <a:stretch xmlns:a="http://schemas.openxmlformats.org/drawingml/2006/main"/>
        </p:blipFill>
        <p:spPr>
          <a:xfrm xmlns:a="http://schemas.openxmlformats.org/drawingml/2006/main">
            <a:off x="6599836" y="3600450"/>
            <a:ext cx="4878777" cy="2743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400050"/>
            <a:ext cx="5715000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最后一步，由你迈出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4102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F83564F-648F-4622-9434-E0FA6EC8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defRPr>
            </a:pPr>
            <a:r>
              <a:rPr sz="1275">
                <a:solidFill>
                  <a:srgbClr val="B8B8B8"/>
                </a:solidFill>
                <a:latin typeface="OpenAI Sans"/>
                <a:ea typeface="OpenAI Sans"/>
                <a:cs typeface="OpenAI Sans"/>
              </a:rPr>
              <a:t>06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ADC1843-C58C-46E0-8F86-F1D9BD4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10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带着不舍，继续向前。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4A737EF-CB61-45B0-946B-4E77F91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566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FinalWalk → 30 秒回忆 → 终幕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8D99DE6-4036-4657-B549-92A25789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Letting Go</a:t>
            </a:r>
          </a:p>
          <a:p xmlns:a="http://schemas.openxmlformats.org/drawingml/2006/main">
            <a:pPr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Golden_Quad</a:t>
            </a:r>
          </a:p>
        </p:txBody>
      </p:sp>
      <p:pic>
        <p:nvPicPr>
          <p:cNvPr id="5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03db684024f30"/>
          <a:stretch xmlns:a="http://schemas.openxmlformats.org/drawingml/2006/main"/>
        </p:blipFill>
        <p:spPr>
          <a:xfrm xmlns:a="http://schemas.openxmlformats.org/drawingml/2006/main">
            <a:off x="6067425" y="1723339"/>
            <a:ext cx="5753100" cy="32398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2026-09-06T07:56:13.3530000Z</dcterms:created>
  <dcterms:modified xsi:type="dcterms:W3CDTF">2026-09-06T07:56:13.3530000Z</dcterms:modified>
</coreProperties>
</file>